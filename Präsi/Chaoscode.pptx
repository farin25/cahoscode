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BCB29-EC05-430E-9643-FB7D31BDDE12}" v="90" dt="2025-05-14T06:48:40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2CD5D-FE6A-4BCF-95CA-A840FEED2E1C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C1074-B68A-4EC8-AE94-7C431D6EC2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92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C1074-B68A-4EC8-AE94-7C431D6EC25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995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C1074-B68A-4EC8-AE94-7C431D6EC256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08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E77210-752A-7D53-6909-4058959A3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737EF5-CFAF-DDDB-B029-ADADD2936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7048FF-F31A-BB06-F99E-BF35F06F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E26B45-4AFA-FE7F-1BE3-4FACAC78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4F510C-83E3-5D6E-751E-BD9EA085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27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3B114-7736-1F12-E56A-DF91808E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316F89-8C3B-C949-0615-4E1E28F1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D36753-E417-8CCE-6515-8AF204DBC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D13BD7-109E-3C1F-15D4-F488F3C1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AEEEB8-90E0-2979-14D0-7723A2D6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22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2ACA5-65CC-AA48-1491-1A87A0E1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E3BF1D-01DC-7DCD-8F99-0C5A98F68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C4D342-896F-2908-CB4B-73C4EC36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E133B9-F2E2-BDA9-2B43-32AC6A13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87B94A-0A65-8FFE-9F97-807B5E93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93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C0AA42-94DB-1B6B-FC1E-B9AF1576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AEADF8-0F07-657A-302E-469EB70B9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27E2B9-BD29-6F5F-7A0F-1EA4CE7EF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E10A8F-A5FA-789B-74C9-4727947F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2AF8E0-E2C7-7870-10FA-111C0A54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8C149C-1868-BB7F-15CD-8EBEAD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94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D7114-5924-BFA0-10E0-38792AC4F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A849FD-8087-7F56-B49C-E446F0CD5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05F945-F13D-52CD-F5E6-6BB40AA5A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1D2D68-FC5F-ADB7-7E10-72D9A7BD0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571EAD-A8D5-771C-B8E3-3828E5E97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3185F2-D7BF-04BE-288E-07307E09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A73063-5452-3DEE-2B80-152C5431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9302C51-B02F-1749-5BB0-0E3B42EC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03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5DDB0C-E122-D910-EFBC-2BAA709F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40E3C3-C716-690E-672E-80236C87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10D3C5-5904-28BF-9847-271A94BD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32E1B2-8088-CF5A-2A66-A5E03623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09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1450A37-1E82-CCA1-FA9E-859FEC4F7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1EE61D-B5C0-FF44-34C4-5F1E1669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12B137-D111-8E1A-734B-A16C9639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21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EB1BA-9643-56AF-C991-00D0C9FD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42CF8B-595D-0154-F181-11C671080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BCB847-EAFE-DA4E-6805-AA5BF4EF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C1A210-1005-0BF3-F5F9-F6C9FB5C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FFB0FB-E534-76EE-4368-D11C0809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60E509-E123-D113-7C60-6EF40873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78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4462E-7714-CBDB-5ED6-3833BCF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55697E-9161-485D-DE45-1007A78F8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536276-BEAA-EBF6-0CDA-B7D6E7940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4A2EBB-E704-CDAE-5870-D54BC029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63DC0F-3F3A-8903-554A-45D137CD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3D59C7-226C-68A5-3CA1-C70E358B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07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A2B5F-EB8C-0BBB-8248-EEDE5D4D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A10FDC-D990-1779-3294-F167D2938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D0B566-98EF-CF7E-E2AC-0600082E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83B4C8-DBB2-F35B-66E0-0294E8DB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73B36E-C3A6-53BA-4612-F56836BC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5553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B74FC9A-5F19-A136-ABDC-046463824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5E7D76-D851-FA22-F9BE-86CEA2841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B598BC-DD99-BF51-1AC2-51D1AA42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8CB0D0-3C7A-C456-3139-EB1D1F98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5F62FD-41A2-9450-A04F-B590CCE1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27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DA18C7F-FF3F-F3F0-3CB1-BB0B7AD5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85BA0F-0CD4-870D-F93E-7D135B7EB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0B4BFC-9F32-BEBF-FE74-9214B1DEE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DDB2E-8745-4D8A-A127-CB59B6AD2E6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BADB3-2124-2A1E-DB73-E2D8476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A9625B-5B59-7834-405B-72DEBB07D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24FFE-A8AC-44C1-99E7-CA5CE880C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455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15B12D2-34EB-1870-C9A6-E33D04835A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7DBC711-62B5-555D-0C43-C3DA247CE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DE" dirty="0" err="1">
                <a:solidFill>
                  <a:srgbClr val="FFFFFF"/>
                </a:solidFill>
                <a:latin typeface="Agency FB" panose="020B0503020202020204" pitchFamily="34" charset="0"/>
              </a:rPr>
              <a:t>Our</a:t>
            </a:r>
            <a:r>
              <a:rPr lang="de-DE" dirty="0">
                <a:solidFill>
                  <a:srgbClr val="FFFFFF"/>
                </a:solidFill>
                <a:latin typeface="Agency FB" panose="020B0503020202020204" pitchFamily="34" charset="0"/>
              </a:rPr>
              <a:t> Project :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70CF35-E239-433D-2DA9-346DD5AB1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  <a:latin typeface="Agency FB" panose="020B0503020202020204" pitchFamily="34" charset="0"/>
              </a:rPr>
              <a:t>Welcome </a:t>
            </a:r>
            <a:r>
              <a:rPr lang="de-DE">
                <a:solidFill>
                  <a:srgbClr val="FFFFFF"/>
                </a:solidFill>
                <a:latin typeface="Agency FB" panose="020B0503020202020204" pitchFamily="34" charset="0"/>
              </a:rPr>
              <a:t>to</a:t>
            </a:r>
            <a:r>
              <a:rPr lang="de-DE" dirty="0">
                <a:solidFill>
                  <a:srgbClr val="FFFFFF"/>
                </a:solidFill>
                <a:latin typeface="Agency FB" panose="020B0503020202020204" pitchFamily="34" charset="0"/>
              </a:rPr>
              <a:t> Chaoscode</a:t>
            </a:r>
          </a:p>
        </p:txBody>
      </p:sp>
    </p:spTree>
    <p:extLst>
      <p:ext uri="{BB962C8B-B14F-4D97-AF65-F5344CB8AC3E}">
        <p14:creationId xmlns:p14="http://schemas.microsoft.com/office/powerpoint/2010/main" val="800209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82300B2-2EB2-376E-5A54-075EE6D9D6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328689-3AED-07B0-5149-2937A260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hello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everyone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!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We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are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Nebual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Forge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and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we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wat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to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show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you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our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English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project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our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website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called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Chaoscode!</a:t>
            </a:r>
            <a:br>
              <a:rPr lang="de-DE" sz="4800" dirty="0">
                <a:solidFill>
                  <a:srgbClr val="FFFFFF"/>
                </a:solidFill>
                <a:latin typeface="Agency FB" panose="020B0503020202020204" pitchFamily="34" charset="0"/>
              </a:rPr>
            </a:br>
            <a:r>
              <a:rPr lang="de-DE" sz="4800" dirty="0">
                <a:solidFill>
                  <a:srgbClr val="FFFFFF"/>
                </a:solidFill>
                <a:latin typeface="Agency FB" panose="020B0503020202020204" pitchFamily="34" charset="0"/>
              </a:rPr>
              <a:t>→ 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Hallo zusammen! Wir sind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Nebula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Forge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und wir möchten euch unser Englischprojekt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vorstelen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: unsere Webseite namens Chaoscode!</a:t>
            </a:r>
            <a:endParaRPr lang="de-DE" sz="4800" dirty="0">
              <a:solidFill>
                <a:srgbClr val="FFFFFF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454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57E2F47-193E-81A2-9AFA-D3D6AA7212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65E0D7-68EC-734C-1BA4-5CE434FD3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Our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task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was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to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create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a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website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in English.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It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Had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to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be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creative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fun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, and fully </a:t>
            </a:r>
            <a:r>
              <a:rPr lang="de-DE" sz="4800" i="1" dirty="0" err="1">
                <a:solidFill>
                  <a:srgbClr val="FFFFFF"/>
                </a:solidFill>
                <a:latin typeface="Agency FB" panose="020B0503020202020204" pitchFamily="34" charset="0"/>
              </a:rPr>
              <a:t>written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 in English.</a:t>
            </a:r>
            <a:br>
              <a:rPr lang="de-DE" sz="4800" dirty="0">
                <a:solidFill>
                  <a:srgbClr val="FFFFFF"/>
                </a:solidFill>
                <a:latin typeface="Agency FB" panose="020B0503020202020204" pitchFamily="34" charset="0"/>
              </a:rPr>
            </a:br>
            <a:r>
              <a:rPr lang="de-DE" sz="4800" dirty="0">
                <a:solidFill>
                  <a:srgbClr val="FFFFFF"/>
                </a:solidFill>
                <a:latin typeface="Agency FB" panose="020B0503020202020204" pitchFamily="34" charset="0"/>
              </a:rPr>
              <a:t>→ </a:t>
            </a:r>
            <a:r>
              <a:rPr lang="de-DE" sz="4800" i="1" dirty="0">
                <a:solidFill>
                  <a:srgbClr val="FFFFFF"/>
                </a:solidFill>
                <a:latin typeface="Agency FB" panose="020B0503020202020204" pitchFamily="34" charset="0"/>
              </a:rPr>
              <a:t>Unsere Aufgabe war es, eine Webseite auf Englisch zu erstellen. Sie sollte kreativ, lustig und komplett auf Englisch sein.</a:t>
            </a:r>
            <a:endParaRPr lang="de-DE" sz="4800" dirty="0">
              <a:solidFill>
                <a:srgbClr val="FFFFFF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860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9A2279-D6C5-69C5-B000-426B4F41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5400">
                <a:latin typeface="Agency FB" panose="020B0503020202020204" pitchFamily="34" charset="0"/>
              </a:rPr>
              <a:t>What is Chaoscode?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EFABCF7-E0A7-CAF2-0C47-B60DC127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3DE716-7E7A-FC22-041C-5896CCBD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2200" i="1" dirty="0">
                <a:latin typeface="Agency FB" panose="020B0503020202020204" pitchFamily="34" charset="0"/>
              </a:rPr>
              <a:t>Chaoscode </a:t>
            </a:r>
            <a:r>
              <a:rPr lang="de-DE" sz="2200" i="1" dirty="0" err="1">
                <a:latin typeface="Agency FB" panose="020B0503020202020204" pitchFamily="34" charset="0"/>
              </a:rPr>
              <a:t>its</a:t>
            </a:r>
            <a:r>
              <a:rPr lang="de-DE" sz="2200" i="1" dirty="0">
                <a:latin typeface="Agency FB" panose="020B0503020202020204" pitchFamily="34" charset="0"/>
              </a:rPr>
              <a:t> a </a:t>
            </a:r>
            <a:r>
              <a:rPr lang="de-DE" sz="2200" i="1" dirty="0" err="1">
                <a:latin typeface="Agency FB" panose="020B0503020202020204" pitchFamily="34" charset="0"/>
              </a:rPr>
              <a:t>website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where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we</a:t>
            </a:r>
            <a:r>
              <a:rPr lang="de-DE" sz="2200" i="1" dirty="0">
                <a:latin typeface="Agency FB" panose="020B0503020202020204" pitchFamily="34" charset="0"/>
              </a:rPr>
              <a:t> publish </a:t>
            </a:r>
            <a:r>
              <a:rPr lang="de-DE" sz="2200" i="1" dirty="0" err="1">
                <a:latin typeface="Agency FB" panose="020B0503020202020204" pitchFamily="34" charset="0"/>
              </a:rPr>
              <a:t>fun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coing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projects</a:t>
            </a:r>
            <a:r>
              <a:rPr lang="de-DE" sz="2200" i="1" dirty="0">
                <a:latin typeface="Agency FB" panose="020B0503020202020204" pitchFamily="34" charset="0"/>
              </a:rPr>
              <a:t>, mini-</a:t>
            </a:r>
            <a:r>
              <a:rPr lang="de-DE" sz="2200" i="1" dirty="0" err="1">
                <a:latin typeface="Agency FB" panose="020B0503020202020204" pitchFamily="34" charset="0"/>
              </a:rPr>
              <a:t>games</a:t>
            </a:r>
            <a:r>
              <a:rPr lang="de-DE" sz="2200" i="1" dirty="0">
                <a:latin typeface="Agency FB" panose="020B0503020202020204" pitchFamily="34" charset="0"/>
              </a:rPr>
              <a:t>, and crazy </a:t>
            </a:r>
            <a:r>
              <a:rPr lang="de-DE" sz="2200" i="1" dirty="0" err="1">
                <a:latin typeface="Agency FB" panose="020B0503020202020204" pitchFamily="34" charset="0"/>
              </a:rPr>
              <a:t>ideas</a:t>
            </a:r>
            <a:r>
              <a:rPr lang="de-DE" sz="2200" i="1" dirty="0">
                <a:latin typeface="Agency FB" panose="020B0503020202020204" pitchFamily="34" charset="0"/>
              </a:rPr>
              <a:t>. </a:t>
            </a:r>
            <a:r>
              <a:rPr lang="de-DE" sz="2200" i="1" dirty="0" err="1">
                <a:latin typeface="Agency FB" panose="020B0503020202020204" pitchFamily="34" charset="0"/>
              </a:rPr>
              <a:t>Everything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is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made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by</a:t>
            </a:r>
            <a:r>
              <a:rPr lang="de-DE" sz="2200" i="1" dirty="0">
                <a:latin typeface="Agency FB" panose="020B0503020202020204" pitchFamily="34" charset="0"/>
              </a:rPr>
              <a:t> </a:t>
            </a:r>
            <a:r>
              <a:rPr lang="de-DE" sz="2200" i="1" dirty="0" err="1">
                <a:latin typeface="Agency FB" panose="020B0503020202020204" pitchFamily="34" charset="0"/>
              </a:rPr>
              <a:t>us</a:t>
            </a:r>
            <a:r>
              <a:rPr lang="de-DE" sz="2200" i="1" dirty="0">
                <a:latin typeface="Agency FB" panose="020B0503020202020204" pitchFamily="34" charset="0"/>
              </a:rPr>
              <a:t>!</a:t>
            </a:r>
            <a:br>
              <a:rPr lang="de-DE" sz="2200" dirty="0">
                <a:latin typeface="Agency FB" panose="020B0503020202020204" pitchFamily="34" charset="0"/>
              </a:rPr>
            </a:br>
            <a:r>
              <a:rPr lang="de-DE" sz="2200" dirty="0">
                <a:latin typeface="Agency FB" panose="020B0503020202020204" pitchFamily="34" charset="0"/>
              </a:rPr>
              <a:t>→ </a:t>
            </a:r>
            <a:r>
              <a:rPr lang="de-DE" sz="2200" i="1" dirty="0">
                <a:latin typeface="Agency FB" panose="020B0503020202020204" pitchFamily="34" charset="0"/>
              </a:rPr>
              <a:t>Chaoscode ist eine Webseite, auf der wir lustige Coding-Projekte, Mini-Spiele und verrückte Ideen veröffentlichen. Alles stammt von uns selbst!</a:t>
            </a:r>
            <a:endParaRPr lang="de-DE" sz="22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561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7AF47B-0BEA-0612-E737-EC81B4DC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Agency FB" panose="020B0503020202020204" pitchFamily="34" charset="0"/>
              </a:rPr>
              <a:t>Why did we choose this topic?</a:t>
            </a:r>
            <a:endParaRPr lang="de-DE" sz="3600" dirty="0">
              <a:latin typeface="Agency FB" panose="020B0503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E549B3-C69B-1227-146F-5B2DCDABA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0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9BA6D6-AD14-6D58-0DEE-CF6F77CFF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i="1" dirty="0" err="1">
                <a:latin typeface="Agency FB" panose="020B0503020202020204" pitchFamily="34" charset="0"/>
              </a:rPr>
              <a:t>We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love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programming</a:t>
            </a:r>
            <a:r>
              <a:rPr lang="de-DE" i="1" dirty="0">
                <a:latin typeface="Agency FB" panose="020B0503020202020204" pitchFamily="34" charset="0"/>
              </a:rPr>
              <a:t>, </a:t>
            </a:r>
            <a:r>
              <a:rPr lang="de-DE" i="1" dirty="0" err="1">
                <a:latin typeface="Agency FB" panose="020B0503020202020204" pitchFamily="34" charset="0"/>
              </a:rPr>
              <a:t>games</a:t>
            </a:r>
            <a:r>
              <a:rPr lang="de-DE" i="1" dirty="0">
                <a:latin typeface="Agency FB" panose="020B0503020202020204" pitchFamily="34" charset="0"/>
              </a:rPr>
              <a:t>, and Creative </a:t>
            </a:r>
            <a:r>
              <a:rPr lang="de-DE" i="1" dirty="0" err="1">
                <a:latin typeface="Agency FB" panose="020B0503020202020204" pitchFamily="34" charset="0"/>
              </a:rPr>
              <a:t>chaos</a:t>
            </a:r>
            <a:r>
              <a:rPr lang="de-DE" i="1" dirty="0">
                <a:latin typeface="Agency FB" panose="020B0503020202020204" pitchFamily="34" charset="0"/>
              </a:rPr>
              <a:t>. So </a:t>
            </a:r>
            <a:r>
              <a:rPr lang="de-DE" i="1" dirty="0" err="1">
                <a:latin typeface="Agency FB" panose="020B0503020202020204" pitchFamily="34" charset="0"/>
              </a:rPr>
              <a:t>we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thought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why</a:t>
            </a:r>
            <a:r>
              <a:rPr lang="de-DE" i="1" dirty="0">
                <a:latin typeface="Agency FB" panose="020B0503020202020204" pitchFamily="34" charset="0"/>
              </a:rPr>
              <a:t> not </a:t>
            </a:r>
            <a:r>
              <a:rPr lang="de-DE" i="1" dirty="0" err="1">
                <a:latin typeface="Agency FB" panose="020B0503020202020204" pitchFamily="34" charset="0"/>
              </a:rPr>
              <a:t>combin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everything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into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one</a:t>
            </a:r>
            <a:r>
              <a:rPr lang="de-DE" i="1" dirty="0">
                <a:latin typeface="Agency FB" panose="020B0503020202020204" pitchFamily="34" charset="0"/>
              </a:rPr>
              <a:t> </a:t>
            </a:r>
            <a:r>
              <a:rPr lang="de-DE" i="1" dirty="0" err="1">
                <a:latin typeface="Agency FB" panose="020B0503020202020204" pitchFamily="34" charset="0"/>
              </a:rPr>
              <a:t>project</a:t>
            </a:r>
            <a:r>
              <a:rPr lang="de-DE" i="1" dirty="0">
                <a:latin typeface="Agency FB" panose="020B0503020202020204" pitchFamily="34" charset="0"/>
              </a:rPr>
              <a:t>?</a:t>
            </a:r>
            <a:br>
              <a:rPr lang="de-DE" dirty="0">
                <a:latin typeface="Agency FB" panose="020B0503020202020204" pitchFamily="34" charset="0"/>
              </a:rPr>
            </a:br>
            <a:r>
              <a:rPr lang="de-DE" dirty="0">
                <a:latin typeface="Agency FB" panose="020B0503020202020204" pitchFamily="34" charset="0"/>
              </a:rPr>
              <a:t>→ </a:t>
            </a:r>
            <a:r>
              <a:rPr lang="de-DE" i="1" dirty="0">
                <a:latin typeface="Agency FB" panose="020B0503020202020204" pitchFamily="34" charset="0"/>
              </a:rPr>
              <a:t>Wir lieben Programmieren, Spiele und kreatives Chaos. Also dachten wir: Warum nicht alles in einem Projekt vereinen?</a:t>
            </a:r>
            <a:endParaRPr lang="de-DE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773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CFE4C8-EBA2-B5ED-8A53-5E1DD226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sz="5400" dirty="0" err="1">
                <a:latin typeface="Agency FB" panose="020B0503020202020204" pitchFamily="34" charset="0"/>
              </a:rPr>
              <a:t>What</a:t>
            </a:r>
            <a:r>
              <a:rPr lang="de-DE" sz="5400" dirty="0">
                <a:latin typeface="Agency FB" panose="020B0503020202020204" pitchFamily="34" charset="0"/>
              </a:rPr>
              <a:t> </a:t>
            </a:r>
            <a:r>
              <a:rPr lang="de-DE" sz="5400" dirty="0" err="1">
                <a:latin typeface="Agency FB" panose="020B0503020202020204" pitchFamily="34" charset="0"/>
              </a:rPr>
              <a:t>did</a:t>
            </a:r>
            <a:r>
              <a:rPr lang="de-DE" sz="5400" dirty="0">
                <a:latin typeface="Agency FB" panose="020B0503020202020204" pitchFamily="34" charset="0"/>
              </a:rPr>
              <a:t> </a:t>
            </a:r>
            <a:r>
              <a:rPr lang="de-DE" sz="5400" dirty="0" err="1">
                <a:latin typeface="Agency FB" panose="020B0503020202020204" pitchFamily="34" charset="0"/>
              </a:rPr>
              <a:t>we</a:t>
            </a:r>
            <a:r>
              <a:rPr lang="de-DE" sz="5400" dirty="0">
                <a:latin typeface="Agency FB" panose="020B0503020202020204" pitchFamily="34" charset="0"/>
              </a:rPr>
              <a:t> </a:t>
            </a:r>
            <a:r>
              <a:rPr lang="de-DE" sz="5400" dirty="0" err="1">
                <a:latin typeface="Agency FB" panose="020B0503020202020204" pitchFamily="34" charset="0"/>
              </a:rPr>
              <a:t>learn</a:t>
            </a:r>
            <a:r>
              <a:rPr lang="de-DE" sz="5400" dirty="0">
                <a:latin typeface="Agency FB" panose="020B0503020202020204" pitchFamily="34" charset="0"/>
              </a:rPr>
              <a:t>?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40C7B1-E103-61E0-9331-A1FDE4219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How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to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buid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a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website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with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HTML, CSS, and JavaScript</a:t>
            </a:r>
            <a:endParaRPr kumimoji="0" lang="de-DE" altLang="de-DE" sz="2200" b="0" i="0" u="none" strike="noStrike" cap="none" normalizeH="0" baseline="0" dirty="0">
              <a:ln>
                <a:noFill/>
              </a:ln>
              <a:effectLst/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How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to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write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clear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English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texts</a:t>
            </a:r>
            <a:endParaRPr kumimoji="0" lang="de-DE" altLang="de-DE" sz="2200" b="0" i="0" u="none" strike="noStrike" cap="none" normalizeH="0" baseline="0" dirty="0">
              <a:ln>
                <a:noFill/>
              </a:ln>
              <a:effectLst/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How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to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work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together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as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 </a:t>
            </a:r>
            <a:r>
              <a:rPr kumimoji="0" lang="de-DE" altLang="de-DE" sz="2200" b="0" i="1" u="none" strike="noStrike" cap="none" normalizeH="0" baseline="0" dirty="0" err="1">
                <a:ln>
                  <a:noFill/>
                </a:ln>
                <a:effectLst/>
                <a:latin typeface="Agency FB" panose="020B0503020202020204" pitchFamily="34" charset="0"/>
              </a:rPr>
              <a:t>team</a:t>
            </a:r>
            <a:br>
              <a:rPr kumimoji="0" lang="de-DE" altLang="de-DE" sz="2200" b="0" i="0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</a:br>
            <a:r>
              <a:rPr kumimoji="0" lang="de-DE" altLang="de-DE" sz="2200" b="0" i="0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→ 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Wie man eine Webseite mit HTML, CSS und JavaScript baut</a:t>
            </a:r>
            <a:br>
              <a:rPr kumimoji="0" lang="de-DE" altLang="de-DE" sz="2200" b="0" i="0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</a:br>
            <a:r>
              <a:rPr kumimoji="0" lang="de-DE" altLang="de-DE" sz="2200" b="0" i="0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→ 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Wie man klare englische Texte schreibt</a:t>
            </a:r>
            <a:br>
              <a:rPr kumimoji="0" lang="de-DE" altLang="de-DE" sz="2200" b="0" i="0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</a:br>
            <a:r>
              <a:rPr kumimoji="0" lang="de-DE" altLang="de-DE" sz="2200" b="0" i="0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→ </a:t>
            </a:r>
            <a:r>
              <a:rPr kumimoji="0" lang="de-DE" altLang="de-DE" sz="2200" b="0" i="1" u="none" strike="noStrike" cap="none" normalizeH="0" baseline="0" dirty="0">
                <a:ln>
                  <a:noFill/>
                </a:ln>
                <a:effectLst/>
                <a:latin typeface="Agency FB" panose="020B0503020202020204" pitchFamily="34" charset="0"/>
              </a:rPr>
              <a:t>Wie man als Team zusammenarbeitet</a:t>
            </a:r>
            <a:endParaRPr kumimoji="0" lang="de-DE" altLang="de-DE" sz="2200" b="0" i="0" u="none" strike="noStrike" cap="none" normalizeH="0" baseline="0" dirty="0">
              <a:ln>
                <a:noFill/>
              </a:ln>
              <a:effectLst/>
              <a:latin typeface="Agency FB" panose="020B0503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DBF75A4-F236-3A27-51CD-A8145F8D9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80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39047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1C9033-5043-8825-FE39-2864CD32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>
                <a:latin typeface="Agency FB" panose="020B0503020202020204" pitchFamily="34" charset="0"/>
              </a:rPr>
              <a:t>What can you find on our website?</a:t>
            </a:r>
            <a:endParaRPr lang="de-DE" sz="3400">
              <a:latin typeface="Agency FB" panose="020B0503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3" name="Grafik 12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4F6E10DE-12C6-E828-28D2-BF258A2D7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37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0185AC-010A-BD02-186A-7FFC1A18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de-DE" sz="1800" i="1" dirty="0" err="1">
                <a:latin typeface="Agency FB" panose="020B0503020202020204" pitchFamily="34" charset="0"/>
              </a:rPr>
              <a:t>Our</a:t>
            </a:r>
            <a:r>
              <a:rPr lang="de-DE" sz="1800" i="1" dirty="0">
                <a:latin typeface="Agency FB" panose="020B0503020202020204" pitchFamily="34" charset="0"/>
              </a:rPr>
              <a:t> </a:t>
            </a:r>
            <a:r>
              <a:rPr lang="de-DE" sz="1800" i="1" dirty="0" err="1">
                <a:latin typeface="Agency FB" panose="020B0503020202020204" pitchFamily="34" charset="0"/>
              </a:rPr>
              <a:t>website</a:t>
            </a:r>
            <a:r>
              <a:rPr lang="de-DE" sz="1800" i="1" dirty="0">
                <a:latin typeface="Agency FB" panose="020B0503020202020204" pitchFamily="34" charset="0"/>
              </a:rPr>
              <a:t> </a:t>
            </a:r>
            <a:r>
              <a:rPr lang="de-DE" sz="1800" i="1" dirty="0" err="1">
                <a:latin typeface="Agency FB" panose="020B0503020202020204" pitchFamily="34" charset="0"/>
              </a:rPr>
              <a:t>includes</a:t>
            </a:r>
            <a:endParaRPr lang="de-DE" sz="18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1800" i="1" dirty="0">
                <a:latin typeface="Agency FB" panose="020B0503020202020204" pitchFamily="34" charset="0"/>
              </a:rPr>
              <a:t>Mini-</a:t>
            </a:r>
            <a:r>
              <a:rPr lang="de-DE" sz="1800" i="1" dirty="0" err="1">
                <a:latin typeface="Agency FB" panose="020B0503020202020204" pitchFamily="34" charset="0"/>
              </a:rPr>
              <a:t>games</a:t>
            </a:r>
            <a:r>
              <a:rPr lang="de-DE" sz="1800" i="1" dirty="0">
                <a:latin typeface="Agency FB" panose="020B0503020202020204" pitchFamily="34" charset="0"/>
              </a:rPr>
              <a:t> (lik Pixel Runner)</a:t>
            </a:r>
            <a:endParaRPr lang="de-DE" sz="18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1800" i="1" dirty="0">
                <a:latin typeface="Agency FB" panose="020B0503020202020204" pitchFamily="34" charset="0"/>
              </a:rPr>
              <a:t>Funny </a:t>
            </a:r>
            <a:r>
              <a:rPr lang="de-DE" sz="1800" i="1" dirty="0" err="1">
                <a:latin typeface="Agency FB" panose="020B0503020202020204" pitchFamily="34" charset="0"/>
              </a:rPr>
              <a:t>experiments</a:t>
            </a:r>
            <a:r>
              <a:rPr lang="de-DE" sz="1800" i="1" dirty="0">
                <a:latin typeface="Agency FB" panose="020B0503020202020204" pitchFamily="34" charset="0"/>
              </a:rPr>
              <a:t> (like The Random Button)</a:t>
            </a:r>
            <a:endParaRPr lang="de-DE" sz="18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1800" i="1" dirty="0">
                <a:latin typeface="Agency FB" panose="020B0503020202020204" pitchFamily="34" charset="0"/>
              </a:rPr>
              <a:t>Small </a:t>
            </a:r>
            <a:r>
              <a:rPr lang="de-DE" sz="1800" i="1" dirty="0" err="1">
                <a:latin typeface="Agency FB" panose="020B0503020202020204" pitchFamily="34" charset="0"/>
              </a:rPr>
              <a:t>tools</a:t>
            </a:r>
            <a:r>
              <a:rPr lang="de-DE" sz="1800" i="1" dirty="0">
                <a:latin typeface="Agency FB" panose="020B0503020202020204" pitchFamily="34" charset="0"/>
              </a:rPr>
              <a:t> (like a Meme Generator)</a:t>
            </a:r>
            <a:br>
              <a:rPr lang="de-DE" sz="1800" dirty="0">
                <a:latin typeface="Agency FB" panose="020B0503020202020204" pitchFamily="34" charset="0"/>
              </a:rPr>
            </a:br>
            <a:r>
              <a:rPr lang="de-DE" sz="1800" dirty="0">
                <a:latin typeface="Agency FB" panose="020B0503020202020204" pitchFamily="34" charset="0"/>
              </a:rPr>
              <a:t>→ </a:t>
            </a:r>
            <a:r>
              <a:rPr lang="de-DE" sz="1800" i="1" dirty="0">
                <a:latin typeface="Agency FB" panose="020B0503020202020204" pitchFamily="34" charset="0"/>
              </a:rPr>
              <a:t>Unsere Webseite beinhaltet:</a:t>
            </a:r>
            <a:br>
              <a:rPr lang="de-DE" sz="1800" dirty="0">
                <a:latin typeface="Agency FB" panose="020B0503020202020204" pitchFamily="34" charset="0"/>
              </a:rPr>
            </a:br>
            <a:r>
              <a:rPr lang="de-DE" sz="1800" dirty="0">
                <a:latin typeface="Agency FB" panose="020B0503020202020204" pitchFamily="34" charset="0"/>
              </a:rPr>
              <a:t>→ </a:t>
            </a:r>
            <a:r>
              <a:rPr lang="de-DE" sz="1800" i="1" dirty="0">
                <a:latin typeface="Agency FB" panose="020B0503020202020204" pitchFamily="34" charset="0"/>
              </a:rPr>
              <a:t>Mini-Spiele (wie Pixel Runner)</a:t>
            </a:r>
            <a:br>
              <a:rPr lang="de-DE" sz="1800" dirty="0">
                <a:latin typeface="Agency FB" panose="020B0503020202020204" pitchFamily="34" charset="0"/>
              </a:rPr>
            </a:br>
            <a:r>
              <a:rPr lang="de-DE" sz="1800" dirty="0">
                <a:latin typeface="Agency FB" panose="020B0503020202020204" pitchFamily="34" charset="0"/>
              </a:rPr>
              <a:t>→ </a:t>
            </a:r>
            <a:r>
              <a:rPr lang="de-DE" sz="1800" i="1" dirty="0">
                <a:latin typeface="Agency FB" panose="020B0503020202020204" pitchFamily="34" charset="0"/>
              </a:rPr>
              <a:t>Lustige Experimente (wie den Random Button)</a:t>
            </a:r>
            <a:br>
              <a:rPr lang="de-DE" sz="1800" dirty="0">
                <a:latin typeface="Agency FB" panose="020B0503020202020204" pitchFamily="34" charset="0"/>
              </a:rPr>
            </a:br>
            <a:r>
              <a:rPr lang="de-DE" sz="1800" dirty="0">
                <a:latin typeface="Agency FB" panose="020B0503020202020204" pitchFamily="34" charset="0"/>
              </a:rPr>
              <a:t>→ </a:t>
            </a:r>
            <a:r>
              <a:rPr lang="de-DE" sz="1800" i="1" dirty="0">
                <a:latin typeface="Agency FB" panose="020B0503020202020204" pitchFamily="34" charset="0"/>
              </a:rPr>
              <a:t>Kleine Tools (wie einen Meme-Generator)</a:t>
            </a:r>
            <a:endParaRPr lang="de-DE" sz="1800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de-DE" sz="1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0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9CBA23-9CCA-681D-5519-332E36AA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we built our website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326ABF0-CEAC-6AE3-3755-C71FC2EC5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86173"/>
            <a:ext cx="7214616" cy="405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9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DB1DCDF-FEFB-BA29-0C4C-9583A5579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0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9CFA1A-A538-6225-947F-31FACDE8A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900" dirty="0">
                <a:latin typeface="Agency FB" panose="020B0503020202020204" pitchFamily="34" charset="0"/>
              </a:rPr>
              <a:t>Our website was created using three main languages: </a:t>
            </a:r>
            <a:r>
              <a:rPr lang="en-US" sz="1900" b="1" dirty="0">
                <a:latin typeface="Agency FB" panose="020B0503020202020204" pitchFamily="34" charset="0"/>
              </a:rPr>
              <a:t>HTML</a:t>
            </a:r>
            <a:r>
              <a:rPr lang="en-US" sz="1900" dirty="0">
                <a:latin typeface="Agency FB" panose="020B0503020202020204" pitchFamily="34" charset="0"/>
              </a:rPr>
              <a:t>, </a:t>
            </a:r>
            <a:r>
              <a:rPr lang="en-US" sz="1900" b="1" dirty="0">
                <a:latin typeface="Agency FB" panose="020B0503020202020204" pitchFamily="34" charset="0"/>
              </a:rPr>
              <a:t>CSS</a:t>
            </a:r>
            <a:r>
              <a:rPr lang="en-US" sz="1900" dirty="0">
                <a:latin typeface="Agency FB" panose="020B0503020202020204" pitchFamily="34" charset="0"/>
              </a:rPr>
              <a:t>, and </a:t>
            </a:r>
            <a:r>
              <a:rPr lang="en-US" sz="1900" b="1" dirty="0">
                <a:latin typeface="Agency FB" panose="020B0503020202020204" pitchFamily="34" charset="0"/>
              </a:rPr>
              <a:t>JavaScript</a:t>
            </a:r>
            <a:r>
              <a:rPr lang="en-US" sz="1900" dirty="0">
                <a:latin typeface="Agency FB" panose="020B0503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>
                <a:latin typeface="Agency FB" panose="020B0503020202020204" pitchFamily="34" charset="0"/>
              </a:rPr>
              <a:t>HTML</a:t>
            </a:r>
            <a:r>
              <a:rPr lang="en-US" sz="1900" dirty="0">
                <a:latin typeface="Agency FB" panose="020B0503020202020204" pitchFamily="34" charset="0"/>
              </a:rPr>
              <a:t> (</a:t>
            </a:r>
            <a:r>
              <a:rPr lang="en-US" sz="1900" dirty="0" err="1">
                <a:latin typeface="Agency FB" panose="020B0503020202020204" pitchFamily="34" charset="0"/>
              </a:rPr>
              <a:t>HyperText</a:t>
            </a:r>
            <a:r>
              <a:rPr lang="en-US" sz="1900" dirty="0">
                <a:latin typeface="Agency FB" panose="020B0503020202020204" pitchFamily="34" charset="0"/>
              </a:rPr>
              <a:t> </a:t>
            </a:r>
            <a:r>
              <a:rPr lang="en-US" sz="1900" dirty="0" err="1">
                <a:latin typeface="Agency FB" panose="020B0503020202020204" pitchFamily="34" charset="0"/>
              </a:rPr>
              <a:t>Makup</a:t>
            </a:r>
            <a:r>
              <a:rPr lang="en-US" sz="1900" dirty="0">
                <a:latin typeface="Agency FB" panose="020B0503020202020204" pitchFamily="34" charset="0"/>
              </a:rPr>
              <a:t> Language) is the structure of our website. It defines the content  like titles, buttons, and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>
                <a:latin typeface="Agency FB" panose="020B0503020202020204" pitchFamily="34" charset="0"/>
              </a:rPr>
              <a:t>CSS</a:t>
            </a:r>
            <a:r>
              <a:rPr lang="en-US" sz="1900" dirty="0">
                <a:latin typeface="Agency FB" panose="020B0503020202020204" pitchFamily="34" charset="0"/>
              </a:rPr>
              <a:t> (Cascading Style Sheets makes everything look nice. We used it to add colors, fonts, spacing, and layout.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>
                <a:latin typeface="Agency FB" panose="020B0503020202020204" pitchFamily="34" charset="0"/>
              </a:rPr>
              <a:t>JavaScript</a:t>
            </a:r>
            <a:r>
              <a:rPr lang="en-US" sz="1900" dirty="0">
                <a:latin typeface="Agency FB" panose="020B0503020202020204" pitchFamily="34" charset="0"/>
              </a:rPr>
              <a:t> adds interactivity. Thanks to JavaScript, our buttons do things, pages react to clicks, and funny animations can happen!</a:t>
            </a:r>
          </a:p>
          <a:p>
            <a:r>
              <a:rPr lang="en-US" sz="1900" dirty="0">
                <a:latin typeface="Agency FB" panose="020B0503020202020204" pitchFamily="34" charset="0"/>
              </a:rPr>
              <a:t>We combined all three to build a fun and interactive website that works in any browser. It was challenging at times, but we learned a lot about how websites really work.</a:t>
            </a:r>
          </a:p>
          <a:p>
            <a:pPr marL="0" indent="0">
              <a:buNone/>
            </a:pPr>
            <a:endParaRPr lang="de-DE" sz="19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354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E9870BC-DDED-D9B9-B07A-4BDB1043E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0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483A3B-5679-30DF-A0F3-067A58F4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Agency FB" panose="020B0503020202020204" pitchFamily="34" charset="0"/>
              </a:rPr>
              <a:t>A mix of coding, creativity, memes, and madness – made by us, for fun, and maybe even for the internet </a:t>
            </a:r>
          </a:p>
          <a:p>
            <a:pPr>
              <a:buNone/>
            </a:pPr>
            <a:r>
              <a:rPr lang="en-US" sz="2200" dirty="0">
                <a:latin typeface="Agency FB" panose="020B0503020202020204" pitchFamily="34" charset="0"/>
              </a:rPr>
              <a:t>We hope you enjoyed our little chaos tour!</a:t>
            </a:r>
          </a:p>
          <a:p>
            <a:pPr>
              <a:buNone/>
            </a:pPr>
            <a:r>
              <a:rPr lang="en-US" sz="2200" dirty="0">
                <a:latin typeface="Agency FB" panose="020B0503020202020204" pitchFamily="34" charset="0"/>
              </a:rPr>
              <a:t>If you have questions, ideas, or just want to press our random buttons – come talk to us!</a:t>
            </a:r>
          </a:p>
          <a:p>
            <a:pPr marL="0" indent="0">
              <a:buNone/>
            </a:pPr>
            <a:r>
              <a:rPr lang="en-US" sz="2200" dirty="0">
                <a:latin typeface="Agency FB" panose="020B0503020202020204" pitchFamily="34" charset="0"/>
              </a:rPr>
              <a:t>Thank you and stay chaotic</a:t>
            </a:r>
          </a:p>
          <a:p>
            <a:endParaRPr lang="de-DE" sz="22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E9C68D-F08B-279B-A584-00B4F652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gency FB" panose="020B0503020202020204" pitchFamily="34" charset="0"/>
              </a:rPr>
              <a:t>Sooo... that was our website: </a:t>
            </a:r>
            <a:r>
              <a:rPr lang="en-US" sz="5400" b="1">
                <a:latin typeface="Agency FB" panose="020B0503020202020204" pitchFamily="34" charset="0"/>
              </a:rPr>
              <a:t>Chaoscode</a:t>
            </a:r>
            <a:r>
              <a:rPr lang="en-US" sz="5400">
                <a:latin typeface="Agency FB" panose="020B0503020202020204" pitchFamily="34" charset="0"/>
              </a:rPr>
              <a:t>!</a:t>
            </a:r>
            <a:endParaRPr lang="de-DE" sz="540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47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CCB1A3-94EE-F5C4-1C7C-6DE7FD35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85" y="0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>
                <a:solidFill>
                  <a:schemeClr val="bg1"/>
                </a:solidFill>
                <a:latin typeface="Agency FB" panose="020B0503020202020204" pitchFamily="34" charset="0"/>
              </a:rPr>
              <a:t>Quellen</a:t>
            </a:r>
            <a:r>
              <a:rPr lang="en-US" sz="6600" dirty="0">
                <a:solidFill>
                  <a:schemeClr val="bg1"/>
                </a:solidFill>
                <a:latin typeface="Agency FB" panose="020B0503020202020204" pitchFamily="34" charset="0"/>
              </a:rPr>
              <a:t> &amp; Links</a:t>
            </a:r>
            <a:r>
              <a:rPr lang="en-US" sz="6600" kern="1200" dirty="0">
                <a:solidFill>
                  <a:schemeClr val="bg1"/>
                </a:solidFill>
                <a:latin typeface="Agency FB" panose="020B0503020202020204" pitchFamily="34" charset="0"/>
              </a:rPr>
              <a:t> 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8BD6F2C6-5DC1-9899-03F5-CCFA108CB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23" y="2387600"/>
            <a:ext cx="2466975" cy="18478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E00E6DB-D52B-2A3E-8400-4DE475FBE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025" y="2387600"/>
            <a:ext cx="2466975" cy="18478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B75F20C-97AB-80FB-E00E-B54A9421B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943" y="3518428"/>
            <a:ext cx="2734057" cy="2734057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C47429A-6D04-639E-37CD-5D1127995F45}"/>
              </a:ext>
            </a:extLst>
          </p:cNvPr>
          <p:cNvSpPr txBox="1"/>
          <p:nvPr/>
        </p:nvSpPr>
        <p:spPr>
          <a:xfrm>
            <a:off x="6096000" y="3429000"/>
            <a:ext cx="3385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Our</a:t>
            </a:r>
            <a:r>
              <a:rPr lang="de-DE" sz="3200" dirty="0">
                <a:solidFill>
                  <a:schemeClr val="bg1"/>
                </a:solidFill>
                <a:latin typeface="Agency FB" panose="020B0503020202020204" pitchFamily="34" charset="0"/>
              </a:rPr>
              <a:t> Website Chaoscode :</a:t>
            </a:r>
          </a:p>
        </p:txBody>
      </p:sp>
      <p:pic>
        <p:nvPicPr>
          <p:cNvPr id="1026" name="Picture 2" descr="Link, Zelda PNG, Gaming hero, Digital artwork, 3840x2160 4K Desktop">
            <a:extLst>
              <a:ext uri="{FF2B5EF4-FFF2-40B4-BE49-F238E27FC236}">
                <a16:creationId xmlns:a16="http://schemas.microsoft.com/office/drawing/2014/main" id="{84C26A50-A677-AAE0-A4EA-A2CF308CB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23" y="4404635"/>
            <a:ext cx="2646091" cy="148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oT Link Artwork">
            <a:extLst>
              <a:ext uri="{FF2B5EF4-FFF2-40B4-BE49-F238E27FC236}">
                <a16:creationId xmlns:a16="http://schemas.microsoft.com/office/drawing/2014/main" id="{E4EB4FDA-82C5-4616-085B-8BA2DD6F4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229" y="4299224"/>
            <a:ext cx="1422206" cy="177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895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8D446FF1271541938673FA7221A77D" ma:contentTypeVersion="16" ma:contentTypeDescription="Ein neues Dokument erstellen." ma:contentTypeScope="" ma:versionID="f3c77520e0849f71b3d7eb05d3a32ef5">
  <xsd:schema xmlns:xsd="http://www.w3.org/2001/XMLSchema" xmlns:xs="http://www.w3.org/2001/XMLSchema" xmlns:p="http://schemas.microsoft.com/office/2006/metadata/properties" xmlns:ns3="24a07ff5-db73-4974-936d-b213043c878a" xmlns:ns4="e6549356-3fe6-4103-b98a-2584d3f092b2" targetNamespace="http://schemas.microsoft.com/office/2006/metadata/properties" ma:root="true" ma:fieldsID="369dacde8e1fc6869a12a2fb28c0175c" ns3:_="" ns4:_="">
    <xsd:import namespace="24a07ff5-db73-4974-936d-b213043c878a"/>
    <xsd:import namespace="e6549356-3fe6-4103-b98a-2584d3f092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a07ff5-db73-4974-936d-b213043c87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549356-3fe6-4103-b98a-2584d3f092b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4a07ff5-db73-4974-936d-b213043c87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0BBFA5-F7AA-4744-9CEB-03EF1617F0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a07ff5-db73-4974-936d-b213043c878a"/>
    <ds:schemaRef ds:uri="e6549356-3fe6-4103-b98a-2584d3f092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73CE64-96BE-44F9-B912-70269A520F70}">
  <ds:schemaRefs>
    <ds:schemaRef ds:uri="http://schemas.microsoft.com/office/2006/metadata/properties"/>
    <ds:schemaRef ds:uri="http://www.w3.org/XML/1998/namespace"/>
    <ds:schemaRef ds:uri="e6549356-3fe6-4103-b98a-2584d3f092b2"/>
    <ds:schemaRef ds:uri="http://schemas.microsoft.com/office/2006/documentManagement/types"/>
    <ds:schemaRef ds:uri="24a07ff5-db73-4974-936d-b213043c878a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180AD83-45F9-4657-87FD-7F1483DC0B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Breitbild</PresentationFormat>
  <Paragraphs>32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Agency FB</vt:lpstr>
      <vt:lpstr>Aptos</vt:lpstr>
      <vt:lpstr>Aptos Display</vt:lpstr>
      <vt:lpstr>Arial</vt:lpstr>
      <vt:lpstr>Calibri</vt:lpstr>
      <vt:lpstr>Office</vt:lpstr>
      <vt:lpstr>Our Project :</vt:lpstr>
      <vt:lpstr>PowerPoint-Präsentation</vt:lpstr>
      <vt:lpstr>PowerPoint-Präsentation</vt:lpstr>
      <vt:lpstr>What is Chaoscode?</vt:lpstr>
      <vt:lpstr>Why did we choose this topic?</vt:lpstr>
      <vt:lpstr>What did we learn?</vt:lpstr>
      <vt:lpstr>What can you find on our website?</vt:lpstr>
      <vt:lpstr>How we built our website</vt:lpstr>
      <vt:lpstr>PowerPoint-Präsentation</vt:lpstr>
      <vt:lpstr>Sooo... that was our website: Chaoscode!</vt:lpstr>
      <vt:lpstr>Quellen &amp; Links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Mattheo Selent</dc:creator>
  <cp:lastModifiedBy>Farin Langner</cp:lastModifiedBy>
  <cp:revision>2</cp:revision>
  <dcterms:created xsi:type="dcterms:W3CDTF">2025-04-28T09:18:24Z</dcterms:created>
  <dcterms:modified xsi:type="dcterms:W3CDTF">2025-11-05T19:17:52Z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0x010100168D446FF1271541938673FA7221A77D</vt:lpwstr>
  </property>
</Properties>
</file>